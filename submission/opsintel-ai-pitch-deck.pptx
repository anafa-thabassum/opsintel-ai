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66d67fb87b42d5" /><Relationship Type="http://schemas.openxmlformats.org/officeDocument/2006/relationships/extended-properties" Target="/docProps/app.xml" Id="R9c344980777d4d3d" /><Relationship Type="http://schemas.openxmlformats.org/officeDocument/2006/relationships/officeDocument" Target="/ppt/presentation.xml" Id="R92c4908f613b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be067632654ac6"/>
  </p:sldMasterIdLst>
  <p:notesMasterIdLst>
    <p:notesMasterId xmlns:r="http://schemas.openxmlformats.org/officeDocument/2006/relationships" r:id="R044b87f5166b4943"/>
  </p:notesMasterIdLst>
  <p:sldIdLst>
    <p:sldId xmlns:r="http://schemas.openxmlformats.org/officeDocument/2006/relationships" id="256" r:id="R581b3117d7774d5c"/>
    <p:sldId xmlns:r="http://schemas.openxmlformats.org/officeDocument/2006/relationships" id="257" r:id="Rf68dc4f2a49b490b"/>
    <p:sldId xmlns:r="http://schemas.openxmlformats.org/officeDocument/2006/relationships" id="258" r:id="R1655c313aa654e26"/>
    <p:sldId xmlns:r="http://schemas.openxmlformats.org/officeDocument/2006/relationships" id="259" r:id="R7a8d9b110aea499d"/>
    <p:sldId xmlns:r="http://schemas.openxmlformats.org/officeDocument/2006/relationships" id="260" r:id="R55b233ab7a6143e2"/>
    <p:sldId xmlns:r="http://schemas.openxmlformats.org/officeDocument/2006/relationships" id="261" r:id="R11a22aedd5604eec"/>
    <p:sldId xmlns:r="http://schemas.openxmlformats.org/officeDocument/2006/relationships" id="262" r:id="Ree2b84a75a7c4868"/>
    <p:sldId xmlns:r="http://schemas.openxmlformats.org/officeDocument/2006/relationships" id="263" r:id="R7c701f2836ae4aef"/>
    <p:sldId xmlns:r="http://schemas.openxmlformats.org/officeDocument/2006/relationships" id="264" r:id="Rda9e6e57378f470f"/>
    <p:sldId xmlns:r="http://schemas.openxmlformats.org/officeDocument/2006/relationships" id="265" r:id="R704b86709c0240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92fcdb757d4a27" /><Relationship Type="http://schemas.openxmlformats.org/officeDocument/2006/relationships/slideMaster" Target="/ppt/slideMasters/slideMaster1.xml" Id="R43be067632654ac6" /><Relationship Type="http://schemas.openxmlformats.org/officeDocument/2006/relationships/notesMaster" Target="/ppt/notesMasters/notesMaster1.xml" Id="R044b87f5166b4943" /><Relationship Type="http://schemas.openxmlformats.org/officeDocument/2006/relationships/presProps" Target="/ppt/presProps.xml" Id="R3512058aee014c0a" /><Relationship Type="http://schemas.openxmlformats.org/officeDocument/2006/relationships/tableStyles" Target="/ppt/tableStyles.xml" Id="R1dc57d1c957741d7" /><Relationship Type="http://schemas.openxmlformats.org/officeDocument/2006/relationships/slide" Target="/ppt/slides/slide1.xml" Id="R581b3117d7774d5c" /><Relationship Type="http://schemas.openxmlformats.org/officeDocument/2006/relationships/slide" Target="/ppt/slides/slide2.xml" Id="Rf68dc4f2a49b490b" /><Relationship Type="http://schemas.openxmlformats.org/officeDocument/2006/relationships/slide" Target="/ppt/slides/slide3.xml" Id="R1655c313aa654e26" /><Relationship Type="http://schemas.openxmlformats.org/officeDocument/2006/relationships/slide" Target="/ppt/slides/slide4.xml" Id="R7a8d9b110aea499d" /><Relationship Type="http://schemas.openxmlformats.org/officeDocument/2006/relationships/slide" Target="/ppt/slides/slide5.xml" Id="R55b233ab7a6143e2" /><Relationship Type="http://schemas.openxmlformats.org/officeDocument/2006/relationships/slide" Target="/ppt/slides/slide6.xml" Id="R11a22aedd5604eec" /><Relationship Type="http://schemas.openxmlformats.org/officeDocument/2006/relationships/slide" Target="/ppt/slides/slide7.xml" Id="Ree2b84a75a7c4868" /><Relationship Type="http://schemas.openxmlformats.org/officeDocument/2006/relationships/slide" Target="/ppt/slides/slide8.xml" Id="R7c701f2836ae4aef" /><Relationship Type="http://schemas.openxmlformats.org/officeDocument/2006/relationships/slide" Target="/ppt/slides/slide9.xml" Id="Rda9e6e57378f470f" /><Relationship Type="http://schemas.openxmlformats.org/officeDocument/2006/relationships/slide" Target="/ppt/slides/slide10.xml" Id="R704b86709c0240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b8f7812d8344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27a9936be449e9" /><Relationship Type="http://schemas.openxmlformats.org/officeDocument/2006/relationships/notesMaster" Target="/ppt/notesMasters/notesMaster1.xml" Id="Rcdb5cf02eb8840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341e11f7d24540" /><Relationship Type="http://schemas.openxmlformats.org/officeDocument/2006/relationships/notesMaster" Target="/ppt/notesMasters/notesMaster1.xml" Id="Rc270a5cfaaee42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91a313e2ce48ff" /><Relationship Type="http://schemas.openxmlformats.org/officeDocument/2006/relationships/notesMaster" Target="/ppt/notesMasters/notesMaster1.xml" Id="R078e00c1d7a640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b0688963774ea0" /><Relationship Type="http://schemas.openxmlformats.org/officeDocument/2006/relationships/notesMaster" Target="/ppt/notesMasters/notesMaster1.xml" Id="R64accf356ec04a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180970304249aa" /><Relationship Type="http://schemas.openxmlformats.org/officeDocument/2006/relationships/notesMaster" Target="/ppt/notesMasters/notesMaster1.xml" Id="R17fb9104b5ee44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88fe6fa41d4bc8" /><Relationship Type="http://schemas.openxmlformats.org/officeDocument/2006/relationships/notesMaster" Target="/ppt/notesMasters/notesMaster1.xml" Id="Rc566bd72780846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7c0eeb52724ad7" /><Relationship Type="http://schemas.openxmlformats.org/officeDocument/2006/relationships/notesMaster" Target="/ppt/notesMasters/notesMaster1.xml" Id="R06d84d349a3f4c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50a60e90334356" /><Relationship Type="http://schemas.openxmlformats.org/officeDocument/2006/relationships/notesMaster" Target="/ppt/notesMasters/notesMaster1.xml" Id="R38e486d0fa9240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86dfae17d24c99" /><Relationship Type="http://schemas.openxmlformats.org/officeDocument/2006/relationships/notesMaster" Target="/ppt/notesMasters/notesMaster1.xml" Id="R39459562683143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4877cc324b4b3a" /><Relationship Type="http://schemas.openxmlformats.org/officeDocument/2006/relationships/notesMaster" Target="/ppt/notesMasters/notesMaster1.xml" Id="R12bd4cac175043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f524b0e6c4a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4c60adcb8945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62e30fd9ba45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130124fd0e417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612631084441c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bcd3f9717e44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a1788e97a543df" /><Relationship Type="http://schemas.openxmlformats.org/officeDocument/2006/relationships/slideLayout" Target="/ppt/slideLayouts/slideLayout1.xml" Id="R387f395a10b0469b" /><Relationship Type="http://schemas.openxmlformats.org/officeDocument/2006/relationships/slideLayout" Target="/ppt/slideLayouts/slideLayout2.xml" Id="R02e7469aca4f49c6" /><Relationship Type="http://schemas.openxmlformats.org/officeDocument/2006/relationships/slideLayout" Target="/ppt/slideLayouts/slideLayout3.xml" Id="R3bd487a02f9a46bd" /><Relationship Type="http://schemas.openxmlformats.org/officeDocument/2006/relationships/slideLayout" Target="/ppt/slideLayouts/slideLayout4.xml" Id="Rc14595ed88fc4c03" /><Relationship Type="http://schemas.openxmlformats.org/officeDocument/2006/relationships/slideLayout" Target="/ppt/slideLayouts/slideLayout5.xml" Id="R9ba34dd33e094b2e" /><Relationship Type="http://schemas.openxmlformats.org/officeDocument/2006/relationships/slideLayout" Target="/ppt/slideLayouts/slideLayout6.xml" Id="R0fa702268a284c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7f395a10b0469b"/>
    <p:sldLayoutId xmlns:r="http://schemas.openxmlformats.org/officeDocument/2006/relationships" id="2147483650" r:id="R02e7469aca4f49c6"/>
    <p:sldLayoutId xmlns:r="http://schemas.openxmlformats.org/officeDocument/2006/relationships" id="2147483651" r:id="R3bd487a02f9a46bd"/>
    <p:sldLayoutId xmlns:r="http://schemas.openxmlformats.org/officeDocument/2006/relationships" id="2147483652" r:id="Rc14595ed88fc4c03"/>
    <p:sldLayoutId xmlns:r="http://schemas.openxmlformats.org/officeDocument/2006/relationships" id="2147483653" r:id="R9ba34dd33e094b2e"/>
    <p:sldLayoutId xmlns:r="http://schemas.openxmlformats.org/officeDocument/2006/relationships" id="2147483654" r:id="R0fa702268a284c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aec6264b18403d" /><Relationship Type="http://schemas.openxmlformats.org/officeDocument/2006/relationships/notesSlide" Target="/ppt/notesSlides/notesSlide1.xml" Id="Re8b2923898144e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f17c39d26441cf" /><Relationship Type="http://schemas.openxmlformats.org/officeDocument/2006/relationships/notesSlide" Target="/ppt/notesSlides/notesSlide2.xml" Id="Re382ccd0c1aa48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cb9335306e44f3" /><Relationship Type="http://schemas.openxmlformats.org/officeDocument/2006/relationships/notesSlide" Target="/ppt/notesSlides/notesSlide3.xml" Id="Rf529c908810b45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67c71c63f24545" /><Relationship Type="http://schemas.openxmlformats.org/officeDocument/2006/relationships/image" Target="/ppt/media/image.jpeg" Id="R2dc398e1c4b34fa4" /><Relationship Type="http://schemas.openxmlformats.org/officeDocument/2006/relationships/notesSlide" Target="/ppt/notesSlides/notesSlide4.xml" Id="R03d8b5fa49ce43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0ad3e022a34e44" /><Relationship Type="http://schemas.openxmlformats.org/officeDocument/2006/relationships/image" Target="/ppt/media/image2.jpeg" Id="R20707d0f448d43a0" /><Relationship Type="http://schemas.openxmlformats.org/officeDocument/2006/relationships/notesSlide" Target="/ppt/notesSlides/notesSlide5.xml" Id="Rba6b033ab6f849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85870f75a44b6b" /><Relationship Type="http://schemas.openxmlformats.org/officeDocument/2006/relationships/notesSlide" Target="/ppt/notesSlides/notesSlide6.xml" Id="Re476e302230849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a38aaab47443d8" /><Relationship Type="http://schemas.openxmlformats.org/officeDocument/2006/relationships/chart" Target="/ppt/slides/charts/chart1.xml" Id="R6f05e247556845d7" /><Relationship Type="http://schemas.openxmlformats.org/officeDocument/2006/relationships/notesSlide" Target="/ppt/notesSlides/notesSlide7.xml" Id="R08fd4ff3990942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5f71f6d4234094" /><Relationship Type="http://schemas.openxmlformats.org/officeDocument/2006/relationships/image" Target="/ppt/media/image3.jpeg" Id="Re96fa41cded24a2e" /><Relationship Type="http://schemas.openxmlformats.org/officeDocument/2006/relationships/notesSlide" Target="/ppt/notesSlides/notesSlide8.xml" Id="Rf8f4c2f1afd841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b9933675da41f0" /><Relationship Type="http://schemas.openxmlformats.org/officeDocument/2006/relationships/notesSlide" Target="/ppt/notesSlides/notesSlide9.xml" Id="Rd1af6e62dd4344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0751a357e74b26" /><Relationship Type="http://schemas.openxmlformats.org/officeDocument/2006/relationships/notesSlide" Target="/ppt/notesSlides/notesSlide10.xml" Id="R3f149a17abab49f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Query latency (ms)</c:v>
          </c:tx>
          <c:spPr>
            <a:solidFill xmlns:a="http://schemas.openxmlformats.org/drawingml/2006/main">
              <a:srgbClr val="9B8CFF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Run 1</c:v>
                </c:pt>
                <c:pt idx="1">
                  <c:v>Run 2</c:v>
                </c:pt>
                <c:pt idx="2">
                  <c:v>Run 3</c:v>
                </c:pt>
                <c:pt idx="3">
                  <c:v>Run 4</c:v>
                </c:pt>
                <c:pt idx="4">
                  <c:v>Run 5</c:v>
                </c:pt>
                <c:pt idx="5">
                  <c:v>Run 6</c:v>
                </c:pt>
                <c:pt idx="6">
                  <c:v>Run 7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503.947</c:v>
                </c:pt>
                <c:pt idx="1">
                  <c:v>473.209</c:v>
                </c:pt>
                <c:pt idx="2">
                  <c:v>474.484</c:v>
                </c:pt>
                <c:pt idx="3">
                  <c:v>445.887</c:v>
                </c:pt>
                <c:pt idx="4">
                  <c:v>442.384</c:v>
                </c:pt>
                <c:pt idx="5">
                  <c:v>469.597</c:v>
                </c:pt>
                <c:pt idx="6">
                  <c:v>476.749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Milliseconds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273047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failure is visible. The explanation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WHO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On-call data engineers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They must reconcile run status, expected rows, actual rows, and logs while the business waits for trusted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Find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Compare source and target counts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Search logs across systems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Decide what to inspect next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388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slow first diagnosis and weak evidence traceability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path from operational evidence to a safe next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analytical</a:t>
            </a:r>
          </a:p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</a:t>
            </a:r>
          </a:p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classification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Candidate cause</a:t>
            </a:r>
          </a:p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next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Database observations are facts. Explanations remain candidates. No repair runs automatically.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telemetry comes from Exasol, not a mock chart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DA3D93-F56A-4909-97D5-792F6B85F9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398e1c4b34fa4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missing rows surfaced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Exasol connected</a:t>
            </a:r>
          </a:p>
          <a:p xmlns:a="http://schemas.openxmlformats.org/drawingml/2006/main">
            <a: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Daily trend calculated</a:t>
            </a:r>
          </a:p>
          <a:p xmlns:a="http://schemas.openxmlformats.org/drawingml/2006/main">
            <a:pPr algn="l"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Incidents selectable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D5A40-2A8D-45BD-991A-047E39C7EC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07d0f448d43a0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Expected 100 rows</a:t>
            </a:r>
          </a:p>
          <a:p xmlns:a="http://schemas.openxmlformats.org/drawingml/2006/main">
            <a: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Received 80 rows</a:t>
            </a:r>
          </a:p>
          <a:p xmlns:a="http://schemas.openxmlformats.org/drawingml/2006/main">
            <a:pPr algn="l"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Missing 20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23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Five observations identify the exact Exasol table and log record used.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3A8E1-AA2E-44E1-9AB0-60AC91BF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9817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Candidate: early termination  •  confidence: low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database calculates operational context before the 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 incident telemetry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C1EFA6-FCD6-4147-AC4D-E61EBB0C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220"/>
          </a:solidFill>
          <a:ln xmlns:a="http://schemas.openxmlformats.org/drawingml/2006/main" w="9525">
            <a:solidFill>
              <a:srgbClr val="303A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03A01-97C7-4126-A9BB-E311B533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WINDOW FUNCTION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61206-445B-4DC9-8780-90766354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432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AVG(failed) OVER (</a:t>
            </a:r>
          </a:p>
          <a:p xmlns:a="http://schemas.openxmlformats.org/drawingml/2006/main">
            <a: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PARTITION BY pipeline_name</a:t>
            </a:r>
          </a:p>
          <a:p xmlns:a="http://schemas.openxmlformats.org/drawingml/2006/main">
            <a: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ORDER BY run_time</a:t>
            </a:r>
          </a:p>
          <a:p xmlns:a="http://schemas.openxmlformats.org/drawingml/2006/main">
            <a: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ROWS BETWEEN 19 PRECEDING</a:t>
            </a:r>
          </a:p>
          <a:p xmlns:a="http://schemas.openxmlformats.org/drawingml/2006/main">
            <a: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AND CURRENT ROW</a:t>
            </a:r>
          </a:p>
          <a:p xmlns:a="http://schemas.openxmlformats.org/drawingml/2006/main">
            <a:pPr algn="l"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) * 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BFB13-FA7F-4F3B-A7FD-C328B0D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673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Thin API  →  reusable SQL evidence  →  consistent dashboard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MEASURED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million runs stay below 0.51 seconds at p95 locally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4693CC1E-0C40-4B79-9D9E-80EAC4D44A65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05e247556845d7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473 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median analytical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45/45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16 /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predefined synthetic challenge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3.025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one-million-row import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Source: reports/exasol-benchmark.json  •  Local single-user run on 18 Oct 2026  •  Not a concurrency claim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1FC4D-4317-4B85-84F4-8B4C34A9E1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6fa41cded24a2e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768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No automatic repair  •  confirmed root cause remains null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One-million-row benchmark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45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Traceable candidates and abstention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READY TO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Reviewer-controlled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Frozen-commit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Human impact study protocol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Clean-clone rehearsal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Orchestrator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The repository does not claim independent accuracy or measured human productivity before those studies happen.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one incident, five observations, one safe next 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2026-10-18T12:12:03.7330000Z</dcterms:created>
  <dcterms:modified xsi:type="dcterms:W3CDTF">2026-10-18T12:12:03.7330000Z</dcterms:modified>
</coreProperties>
</file>