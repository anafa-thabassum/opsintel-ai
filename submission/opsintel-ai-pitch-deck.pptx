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6dfbef1f2344a69" Type="http://schemas.openxmlformats.org/package/2006/relationships/metadata/core-properties" Target="docProps/core.xml"/><Relationship Id="R85cc2f329a3d4aa5" Type="http://schemas.openxmlformats.org/officeDocument/2006/relationships/officeDocument" Target="ppt/presentation.xml"/><Relationship Id="Rc344fe951779442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3f1a898a66414e"/>
  </p:sldMasterIdLst>
  <p:notesMasterIdLst>
    <p:notesMasterId xmlns:r="http://schemas.openxmlformats.org/officeDocument/2006/relationships" r:id="R671720803c5d47ea"/>
  </p:notesMasterIdLst>
  <p:sldIdLst>
    <p:sldId xmlns:r="http://schemas.openxmlformats.org/officeDocument/2006/relationships" id="256" r:id="Rabe7845a0ead4d41"/>
    <p:sldId xmlns:r="http://schemas.openxmlformats.org/officeDocument/2006/relationships" id="257" r:id="R5c4cb25ca3304d78"/>
    <p:sldId xmlns:r="http://schemas.openxmlformats.org/officeDocument/2006/relationships" id="258" r:id="R88c452cf2f4c46c2"/>
    <p:sldId xmlns:r="http://schemas.openxmlformats.org/officeDocument/2006/relationships" id="259" r:id="R49bc4584a7544281"/>
    <p:sldId xmlns:r="http://schemas.openxmlformats.org/officeDocument/2006/relationships" id="260" r:id="R2d67f04115ed4bca"/>
    <p:sldId xmlns:r="http://schemas.openxmlformats.org/officeDocument/2006/relationships" id="261" r:id="R970509bebe5a48a2"/>
    <p:sldId xmlns:r="http://schemas.openxmlformats.org/officeDocument/2006/relationships" id="262" r:id="Rf11dfd9a5b0b4af8"/>
    <p:sldId xmlns:r="http://schemas.openxmlformats.org/officeDocument/2006/relationships" id="263" r:id="Rbbe1755561314924"/>
    <p:sldId xmlns:r="http://schemas.openxmlformats.org/officeDocument/2006/relationships" id="264" r:id="R57fd685925c94d4b"/>
    <p:sldId xmlns:r="http://schemas.openxmlformats.org/officeDocument/2006/relationships" id="265" r:id="R1026e18810984a64"/>
    <p:sldId xmlns:r="http://schemas.openxmlformats.org/officeDocument/2006/relationships" id="266" r:id="Rb3b6f7b1811544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026e18810984a64" Type="http://schemas.openxmlformats.org/officeDocument/2006/relationships/slide" Target="slides/slide10.xml"/><Relationship Id="R2d67f04115ed4bca" Type="http://schemas.openxmlformats.org/officeDocument/2006/relationships/slide" Target="slides/slide5.xml"/><Relationship Id="R49bc4584a7544281" Type="http://schemas.openxmlformats.org/officeDocument/2006/relationships/slide" Target="slides/slide4.xml"/><Relationship Id="R523f1a898a66414e" Type="http://schemas.openxmlformats.org/officeDocument/2006/relationships/slideMaster" Target="slideMasters/slideMaster1.xml"/><Relationship Id="R57fd685925c94d4b" Type="http://schemas.openxmlformats.org/officeDocument/2006/relationships/slide" Target="slides/slide9.xml"/><Relationship Id="R5c4cb25ca3304d78" Type="http://schemas.openxmlformats.org/officeDocument/2006/relationships/slide" Target="slides/slide2.xml"/><Relationship Id="R671720803c5d47ea" Type="http://schemas.openxmlformats.org/officeDocument/2006/relationships/notesMaster" Target="notesMasters/notesMaster1.xml"/><Relationship Id="R88c452cf2f4c46c2" Type="http://schemas.openxmlformats.org/officeDocument/2006/relationships/slide" Target="slides/slide3.xml"/><Relationship Id="R970509bebe5a48a2" Type="http://schemas.openxmlformats.org/officeDocument/2006/relationships/slide" Target="slides/slide6.xml"/><Relationship Id="Ra17c490a99854dfd" Type="http://schemas.openxmlformats.org/officeDocument/2006/relationships/tableStyles" Target="tableStyles.xml"/><Relationship Id="Rabe7845a0ead4d41" Type="http://schemas.openxmlformats.org/officeDocument/2006/relationships/slide" Target="slides/slide1.xml"/><Relationship Id="Rb3b6f7b1811544a0" Type="http://schemas.openxmlformats.org/officeDocument/2006/relationships/slide" Target="slides/slide11.xml"/><Relationship Id="Rbbe1755561314924" Type="http://schemas.openxmlformats.org/officeDocument/2006/relationships/slide" Target="slides/slide8.xml"/><Relationship Id="Rd323ae65f7494f81" Type="http://schemas.openxmlformats.org/officeDocument/2006/relationships/presProps" Target="presProps.xml"/><Relationship Id="Re19702c9a35b4dfb" Type="http://schemas.openxmlformats.org/officeDocument/2006/relationships/theme" Target="theme/theme1.xml"/><Relationship Id="Rf11dfd9a5b0b4af8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59123076c1414cf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8c070658f564677" Type="http://schemas.openxmlformats.org/officeDocument/2006/relationships/notesMaster" Target="../notesMasters/notesMaster1.xml"/><Relationship Id="Rdb21767f93d7436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b7e71083da68429d" Type="http://schemas.openxmlformats.org/officeDocument/2006/relationships/slide" Target="../slides/slide2.xml"/><Relationship Id="Rcaa6e2834ca34154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2fcad14f4404608" Type="http://schemas.openxmlformats.org/officeDocument/2006/relationships/slide" Target="../slides/slide3.xml"/><Relationship Id="R6b4f96938be6470e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b69c772f93c4c3f" Type="http://schemas.openxmlformats.org/officeDocument/2006/relationships/notesMaster" Target="../notesMasters/notesMaster1.xml"/><Relationship Id="R924f2e9313dd4e4f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7a9da0ae97d14251" Type="http://schemas.openxmlformats.org/officeDocument/2006/relationships/slide" Target="../slides/slide5.xml"/><Relationship Id="R900ebe1a9f5f416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cf70c3a9e7a454c" Type="http://schemas.openxmlformats.org/officeDocument/2006/relationships/slide" Target="../slides/slide6.xml"/><Relationship Id="Rbd78a074e6d247bc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518a61fdcce403e" Type="http://schemas.openxmlformats.org/officeDocument/2006/relationships/notesMaster" Target="../notesMasters/notesMaster1.xml"/><Relationship Id="Rb337394696a0474c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859377e295c4707" Type="http://schemas.openxmlformats.org/officeDocument/2006/relationships/notesMaster" Target="../notesMasters/notesMaster1.xml"/><Relationship Id="R9823318a9e9c4267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89d049d1a8f64892" Type="http://schemas.openxmlformats.org/officeDocument/2006/relationships/notesMaster" Target="../notesMasters/notesMaster1.xml"/><Relationship Id="Ra3116e00e2a4484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c5bd5438630477a" Type="http://schemas.openxmlformats.org/officeDocument/2006/relationships/slide" Target="../slides/slide10.xml"/><Relationship Id="R29bc9a8e5e2b455d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db548833f2f462d" Type="http://schemas.openxmlformats.org/officeDocument/2006/relationships/slide" Target="../slides/slide11.xml"/><Relationship Id="Rc4d5180ee1974e27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reports/final-priorities-2026-10-31.md. Product description reflects investigation and reviewer-governed memory; it does not claim pipeline repair or measured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app/investigator.py; app/main.py; app/memory.py; docs/verified-incident-memory.md. Deterministic classification remains primary. Optional LLM narrative cannot confirm causes. Memory approval requires a separate reviewer and evidence checklist. No automatic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synthetic Exasol demo schema and dashboard. Values are generated demo telemetry, not production. Exasol was unavailable during the final 2026-10-31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reports/exasol-benchmark.json; reports/evaluation.md. Analytical features use Exasol SQL. Reported query is historical local output; no live database was available in the final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sql/analysis/dependency_cascades.sql; reports/evaluation.md. CONNECT BY reports time correlation within 120 minutes. It does not establish causality. Candidate retrieval similarity is scored in the application; there is no memory UDF.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reports/database-comparison.json; reports/evaluation.md; reports/public-data-evaluation.md; reports/independent-holdout-v1.md; reports/classifier-improvement-report-v1.md. The 197 test count matches the current local verification run. Public 7/10 labels are project-authored, not independent ground truth. The 15/19 result is a comparison against the same historical reviewer set whose original baseline was 4/19; it is not a new independent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app/memory.py; reports/classifier-design-addendum-v1.md; docs/verified-incident-memory.md. Reviewer and class-specific checklist policy is approved as design but not empirically validated. No actual human confirmation was performed for this deck revision.</a:t>
            </a:r>
          </a:p>
          <a:p xmlns:a="http://schemas.openxmlformats.org/drawingml/2006/main">
            <a:r>
              <a:t>Concept reference: user-provided OpsIntel_Verified_Incident_Memory.pdf, pp. 1–4. The learning-curve graphic and target figures in that proposal are illustrative, not measured OpsIntel results. Matching is computed in FastAPI after Exasol filters active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reports/independent-holdout-v1.md; reports/classifier-improvement-report-v1.md; reports/public-data-evaluation.md; reports/business-impact-study.md; docs/verified-incident-memory.md. The 15/19 result reuses the original 19-case holdout and is not an independent evaluation. Public-data labels are project-assigned. No participant trial or new memory confirmation is claimed. Exasol was unavailable during the current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https://github.com/Anafa-thabassum/opsintel-ai. Existing video is an older 154.445-second recording and does not demonstrate verified memory. No new recording was made in this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4c820f02efd485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70bfa7c17a9440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740347d4435f493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c1896541de9448a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dd5d448677064be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4ba10cf6c86448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dbd38b98c534f41" Type="http://schemas.openxmlformats.org/officeDocument/2006/relationships/slideLayout" Target="../slideLayouts/slideLayout2.xml"/><Relationship Id="R19c2f064eb2846af" Type="http://schemas.openxmlformats.org/officeDocument/2006/relationships/slideLayout" Target="../slideLayouts/slideLayout4.xml"/><Relationship Id="R61c066a971b6409a" Type="http://schemas.openxmlformats.org/officeDocument/2006/relationships/slideLayout" Target="../slideLayouts/slideLayout6.xml"/><Relationship Id="R724479e2e80c454e" Type="http://schemas.openxmlformats.org/officeDocument/2006/relationships/theme" Target="theme/theme2.xml"/><Relationship Id="Rd60330060ce844e0" Type="http://schemas.openxmlformats.org/officeDocument/2006/relationships/slideLayout" Target="../slideLayouts/slideLayout5.xml"/><Relationship Id="Rf3e717a86fab4ffb" Type="http://schemas.openxmlformats.org/officeDocument/2006/relationships/slideLayout" Target="../slideLayouts/slideLayout1.xml"/><Relationship Id="Rff6376f83e6f43b2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e717a86fab4ffb"/>
    <p:sldLayoutId xmlns:r="http://schemas.openxmlformats.org/officeDocument/2006/relationships" id="2147483650" r:id="R0dbd38b98c534f41"/>
    <p:sldLayoutId xmlns:r="http://schemas.openxmlformats.org/officeDocument/2006/relationships" id="2147483651" r:id="Rff6376f83e6f43b2"/>
    <p:sldLayoutId xmlns:r="http://schemas.openxmlformats.org/officeDocument/2006/relationships" id="2147483652" r:id="R19c2f064eb2846af"/>
    <p:sldLayoutId xmlns:r="http://schemas.openxmlformats.org/officeDocument/2006/relationships" id="2147483653" r:id="Rd60330060ce844e0"/>
    <p:sldLayoutId xmlns:r="http://schemas.openxmlformats.org/officeDocument/2006/relationships" id="2147483654" r:id="R61c066a971b640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58b8f2b20474ba2" Type="http://schemas.openxmlformats.org/officeDocument/2006/relationships/slideLayout" Target="../slideLayouts/slideLayout6.xml"/><Relationship Id="R9e19ca85994a456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52dce907ca604405" Type="http://schemas.openxmlformats.org/officeDocument/2006/relationships/notesSlide" Target="../notesSlides/notesSlide2.xml"/><Relationship Id="Ra0a21c146dfd433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1e60e00c594f4b99" Type="http://schemas.openxmlformats.org/officeDocument/2006/relationships/slideLayout" Target="../slideLayouts/slideLayout6.xml"/><Relationship Id="Rbb5b2da2dbeb42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6a34c4e747264a37" Type="http://schemas.openxmlformats.org/officeDocument/2006/relationships/notesSlide" Target="../notesSlides/notesSlide4.xml"/><Relationship Id="Rc7d4c6e3eddc43d9" Type="http://schemas.openxmlformats.org/officeDocument/2006/relationships/slideLayout" Target="../slideLayouts/slideLayout6.xml"/><Relationship Id="Rfc3cebc37bb141f7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ad9a73a9fa84e9c" Type="http://schemas.openxmlformats.org/officeDocument/2006/relationships/image" Target="../media/image2.jpeg"/><Relationship Id="R43c835d06ff54bfe" Type="http://schemas.openxmlformats.org/officeDocument/2006/relationships/notesSlide" Target="../notesSlides/notesSlide5.xml"/><Relationship Id="Ra49ef1330994446e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20bb7dcd8dc64c18" Type="http://schemas.openxmlformats.org/officeDocument/2006/relationships/slideLayout" Target="../slideLayouts/slideLayout6.xml"/><Relationship Id="Rfb72be269126460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02f8100d519417f" Type="http://schemas.openxmlformats.org/officeDocument/2006/relationships/slideLayout" Target="../slideLayouts/slideLayout6.xml"/><Relationship Id="R55da3b281e7f4e4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8886b9c80cae49e4" Type="http://schemas.openxmlformats.org/officeDocument/2006/relationships/slideLayout" Target="../slideLayouts/slideLayout6.xml"/><Relationship Id="Rd7bec69c06964fb3" Type="http://schemas.openxmlformats.org/officeDocument/2006/relationships/notesSlide" Target="../notesSlides/notesSlide8.xml"/><Relationship Id="Rfb5c73d1b94f485b" Type="http://schemas.openxmlformats.org/officeDocument/2006/relationships/image" Target="../media/image.png"/></Relationships>
</file>

<file path=ppt/slides/_rels/slide9.xml.rels><?xml version='1.0' encoding='UTF-8' standalone='yes'?>
<Relationships xmlns="http://schemas.openxmlformats.org/package/2006/relationships"><Relationship Id="R66c6731ec4214cca" Type="http://schemas.openxmlformats.org/officeDocument/2006/relationships/image" Target="../media/image3.jpeg"/><Relationship Id="R6a079436cc3c464e" Type="http://schemas.openxmlformats.org/officeDocument/2006/relationships/notesSlide" Target="../notesSlides/notesSlide9.xml"/><Relationship Id="Rbd876c064aa54b4a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493407c96c9b4518" Type="http://schemas.openxmlformats.org/officeDocument/2006/relationships/notesSlide" Target="../notesSlides/notesSlide10.xml"/><Relationship Id="Rff82a123a87a461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354cddfb2d2a49ca" Type="http://schemas.openxmlformats.org/officeDocument/2006/relationships/notesSlide" Target="../notesSlides/notesSlide11.xml"/><Relationship Id="Ref05c214dcb449e0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Evidence-first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Investigate incidents with traceable evidence and reviewer-governed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+ public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On-call engineers piece together pipeline incidents from scattered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Run status, counts, and logs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 failed run reports 80 of 100 expected rows. The engineer must connect run history, counts, and logs before choosing the next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Cause stays unconfirmed until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evidence becomes a reviewable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Investigator submits;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reviewer decides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deterministic classifier proposes symptoms and candidates. An optional LLM only summarizes retrieved evidence. A separate authorized reviewer checks criteria and evidence before Exasol stores a confirmation. No repair runs automatically.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DASHBOARD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dashboard view · synthetic demo telemetry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4D10E-827C-4C8A-B1EC-8934431993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cebc37bb141f7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EB30C8-E38A-4457-8D9B-EDAA30FE0E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d9a73a9fa84e9c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Recorded Exasol Personal output for the synthetic demo schema; it is not a live service check from this run.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CONNECT BY surfaces time-correlated downstream failures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Recorded result: customer_sync is associated with 3 later failed runs in a 120-minute window. Bulk import loads benchmark history; matching is not an Exasol UDF.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200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labels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synthetic: 27/27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Recorded local benchmark only. Same query, 7 runs per engine, cache off. At 10M rows DuckDB was 4.5× faster in this run.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694D61-F560-4699-84D6-B00EC9D800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c73d1b94f485b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Verified memory requires a separate reviewer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D6E1E-CBA0-41FC-8673-2BB6527520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6731ec4214cca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Authorized reviewer + evidence checklist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Investigator submits cited evidence. A separate reviewer checks criteria and conflicts. Exasol stores approval and audit history; FastAPI returns future matches as candidates only.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Measured evidence and remaining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VERIFIED IMPLEMENTATION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01  Live Exasol memory workflow verified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02  Restart persistence; retrieval score 0.5855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03  Reviewer race guard: 1 HTTP 200 / 1 HTTP 409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04  200 tests; challenge 16/16; empty-history benchmark measured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LIMITS OF CURRENT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01  Test identities only; test confirmation revoked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02  No active authorized human-confirmed memory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03  Public corpus: 7/10 project labels; no external adjudication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04  Human-impact study: 0 participants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NEXT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01  Obtain authorized human review of source-backed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02  Build independently labelled evaluation set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03  Measure non-empty memory retrieval and scaling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1050"/>
              <a:t>04  Rehearse browser demo and clean-clone setup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 lIns="12700" rIns="12700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spcBef>
                <a:spcPts val="0"/>
              </a:spcBef>
              <a:spcAft>
                <a:spcPts val="200"/>
              </a:spcAft>
            </a:pPr>
            <a:r>
              <a:rPr sz="950"/>
              <a:t>Benchmark: empty history only — median 51.627 ms; p95 64.753 ms. No active confirmed memories. E2E used temporary test identities; confirmation was revoked. No human validation, scaling, independent-evaluation or impact result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r>
              <a:rPr sz="2500"/>
              <a:t>Investigate with evidence.</a:t>
            </a:r>
          </a:p>
          <a:p xmlns:a="http://schemas.openxmlformats.org/drawingml/2006/main">
            <a:r>
              <a:rPr sz="2500"/>
              <a:t>Keep causes reviewable.</a:t>
            </a:r>
          </a:p>
          <a:p xmlns:a="http://schemas.openxmlformats.org/drawingml/2006/main">
            <a:r>
              <a:rPr sz="2500"/>
              <a:t>Confirm only after authorized review.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 wrap="square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r>
              <a:rPr sz="1100"/>
              <a:t>Technical workflow verified. Authorized human validation remains pending.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2026-10-31T06:44:54.7640000Z</dcterms:created>
  <dcterms:modified xsi:type="dcterms:W3CDTF">2026-10-31T06:44:54.7650000Z</dcterms:modified>
</coreProperties>
</file>