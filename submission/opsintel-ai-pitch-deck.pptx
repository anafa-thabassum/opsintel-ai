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b77fb8c8e241e2" /><Relationship Type="http://schemas.openxmlformats.org/officeDocument/2006/relationships/extended-properties" Target="/docProps/app.xml" Id="Rf625c1764aa54a20" /><Relationship Type="http://schemas.openxmlformats.org/officeDocument/2006/relationships/officeDocument" Target="/ppt/presentation.xml" Id="R85398854dee541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626848b4a94a78"/>
  </p:sldMasterIdLst>
  <p:notesMasterIdLst>
    <p:notesMasterId xmlns:r="http://schemas.openxmlformats.org/officeDocument/2006/relationships" r:id="R7137506e51654c96"/>
  </p:notesMasterIdLst>
  <p:sldIdLst>
    <p:sldId xmlns:r="http://schemas.openxmlformats.org/officeDocument/2006/relationships" id="256" r:id="Rf26cda66262a4f7a"/>
    <p:sldId xmlns:r="http://schemas.openxmlformats.org/officeDocument/2006/relationships" id="257" r:id="Rc38258a46cba454e"/>
    <p:sldId xmlns:r="http://schemas.openxmlformats.org/officeDocument/2006/relationships" id="258" r:id="R8b3273b0cd5944e6"/>
    <p:sldId xmlns:r="http://schemas.openxmlformats.org/officeDocument/2006/relationships" id="259" r:id="Rb8a238f3e43644ca"/>
    <p:sldId xmlns:r="http://schemas.openxmlformats.org/officeDocument/2006/relationships" id="260" r:id="R85548aef1a314fdc"/>
    <p:sldId xmlns:r="http://schemas.openxmlformats.org/officeDocument/2006/relationships" id="261" r:id="Rec3efd37cbc343e0"/>
    <p:sldId xmlns:r="http://schemas.openxmlformats.org/officeDocument/2006/relationships" id="262" r:id="R5ef78927781143a6"/>
    <p:sldId xmlns:r="http://schemas.openxmlformats.org/officeDocument/2006/relationships" id="263" r:id="Rd078d67b43ba4979"/>
    <p:sldId xmlns:r="http://schemas.openxmlformats.org/officeDocument/2006/relationships" id="264" r:id="Rb64f2576e97344d4"/>
    <p:sldId xmlns:r="http://schemas.openxmlformats.org/officeDocument/2006/relationships" id="265" r:id="Rac238309791a4a3b"/>
    <p:sldId xmlns:r="http://schemas.openxmlformats.org/officeDocument/2006/relationships" id="266" r:id="Rebb755176f944b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2f51c6f2ec4685" /><Relationship Type="http://schemas.openxmlformats.org/officeDocument/2006/relationships/slideMaster" Target="/ppt/slideMasters/slideMaster1.xml" Id="R7c626848b4a94a78" /><Relationship Type="http://schemas.openxmlformats.org/officeDocument/2006/relationships/notesMaster" Target="/ppt/notesMasters/notesMaster1.xml" Id="R7137506e51654c96" /><Relationship Type="http://schemas.openxmlformats.org/officeDocument/2006/relationships/presProps" Target="/ppt/presProps.xml" Id="R60d1ad2403f14f1e" /><Relationship Type="http://schemas.openxmlformats.org/officeDocument/2006/relationships/tableStyles" Target="/ppt/tableStyles.xml" Id="R4dc3f08965a54522" /><Relationship Type="http://schemas.openxmlformats.org/officeDocument/2006/relationships/slide" Target="/ppt/slides/slide1.xml" Id="Rf26cda66262a4f7a" /><Relationship Type="http://schemas.openxmlformats.org/officeDocument/2006/relationships/slide" Target="/ppt/slides/slide2.xml" Id="Rc38258a46cba454e" /><Relationship Type="http://schemas.openxmlformats.org/officeDocument/2006/relationships/slide" Target="/ppt/slides/slide3.xml" Id="R8b3273b0cd5944e6" /><Relationship Type="http://schemas.openxmlformats.org/officeDocument/2006/relationships/slide" Target="/ppt/slides/slide4.xml" Id="Rb8a238f3e43644ca" /><Relationship Type="http://schemas.openxmlformats.org/officeDocument/2006/relationships/slide" Target="/ppt/slides/slide5.xml" Id="R85548aef1a314fdc" /><Relationship Type="http://schemas.openxmlformats.org/officeDocument/2006/relationships/slide" Target="/ppt/slides/slide6.xml" Id="Rec3efd37cbc343e0" /><Relationship Type="http://schemas.openxmlformats.org/officeDocument/2006/relationships/slide" Target="/ppt/slides/slide7.xml" Id="R5ef78927781143a6" /><Relationship Type="http://schemas.openxmlformats.org/officeDocument/2006/relationships/slide" Target="/ppt/slides/slide8.xml" Id="Rd078d67b43ba4979" /><Relationship Type="http://schemas.openxmlformats.org/officeDocument/2006/relationships/slide" Target="/ppt/slides/slide9.xml" Id="Rb64f2576e97344d4" /><Relationship Type="http://schemas.openxmlformats.org/officeDocument/2006/relationships/slide" Target="/ppt/slides/slide10.xml" Id="Rac238309791a4a3b" /><Relationship Type="http://schemas.openxmlformats.org/officeDocument/2006/relationships/slide" Target="/ppt/slides/slide11.xml" Id="Rebb755176f944b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5a78f38fb24e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6e7c3d378f4901" /><Relationship Type="http://schemas.openxmlformats.org/officeDocument/2006/relationships/notesMaster" Target="/ppt/notesMasters/notesMaster1.xml" Id="Rf51377c08f2440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173fed76134682" /><Relationship Type="http://schemas.openxmlformats.org/officeDocument/2006/relationships/notesMaster" Target="/ppt/notesMasters/notesMaster1.xml" Id="Rd499e455c87d47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064444db144429" /><Relationship Type="http://schemas.openxmlformats.org/officeDocument/2006/relationships/notesMaster" Target="/ppt/notesMasters/notesMaster1.xml" Id="R9fbc275e522c4c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6b5a7e214d473b" /><Relationship Type="http://schemas.openxmlformats.org/officeDocument/2006/relationships/notesMaster" Target="/ppt/notesMasters/notesMaster1.xml" Id="R5018e8ca2bca4f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4a54db99344306" /><Relationship Type="http://schemas.openxmlformats.org/officeDocument/2006/relationships/notesMaster" Target="/ppt/notesMasters/notesMaster1.xml" Id="Rb0a94f7a12714d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36ede61c0c4020" /><Relationship Type="http://schemas.openxmlformats.org/officeDocument/2006/relationships/notesMaster" Target="/ppt/notesMasters/notesMaster1.xml" Id="R39b17e29aa0f4d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e32c83449e4fec" /><Relationship Type="http://schemas.openxmlformats.org/officeDocument/2006/relationships/notesMaster" Target="/ppt/notesMasters/notesMaster1.xml" Id="Rb5f4787bd6fe4f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1ca98395574a71" /><Relationship Type="http://schemas.openxmlformats.org/officeDocument/2006/relationships/notesMaster" Target="/ppt/notesMasters/notesMaster1.xml" Id="R3bb21c3403d44b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62b7c740864a4c" /><Relationship Type="http://schemas.openxmlformats.org/officeDocument/2006/relationships/notesMaster" Target="/ppt/notesMasters/notesMaster1.xml" Id="R4309f3c138624f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25398941dcb439f" /><Relationship Type="http://schemas.openxmlformats.org/officeDocument/2006/relationships/notesMaster" Target="/ppt/notesMasters/notesMaster1.xml" Id="R7602b649810c41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cd841e514d458c" /><Relationship Type="http://schemas.openxmlformats.org/officeDocument/2006/relationships/notesMaster" Target="/ppt/notesMasters/notesMaster1.xml" Id="Ra718fe22055745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reports/final-priorities-2026-10-31.md. Product description reflects investigation and reviewer-governed memory; it does not claim pipeline repair or measured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  <a:p xmlns:a="http://schemas.openxmlformats.org/drawingml/2006/main">
            <a:br/>
            <a:r>
              <a:t>Source for outage-cost context: Uptime Institute Global Data Center Survey 2024, p. 19. https://datacenter.uptimeinstitute.com/rs/711-RIA-145/images/2024.GlobalDataCenterSurvey.Report.pdf?version=0. This is broader outage context, not a measured OpsIntel or pipeline-specific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app/investigator.py; app/main.py; app/memory.py; docs/verified-incident-memory.md. Deterministic classification remains primary. Optional LLM narrative cannot confirm causes. Memory approval requires a separate reviewer and evidence checklist. No automatic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synthetic Exasol demo schema and dashboard. Values are generated demo telemetry, not production. Exasol was unavailable during the final 2026-10-31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reports/exasol-benchmark.json; reports/evaluation.md. Analytical features use Exasol SQL. Reported query is historical local output; no live database was available in the final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sql/analysis/dependency_cascades.sql; reports/evaluation.md. CONNECT BY reports time correlation within 120 minutes. It does not establish causality. Candidate retrieval similarity is scored in the application; there is no memory UDF.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reports/database-comparison.json; reports/evaluation.md; reports/public-data-evaluation.md; reports/independent-holdout-v1.md; reports/classifier-improvement-report-v1.md. The 197 test count matches the current local verification run. Public 7/10 labels are project-authored, not independent ground truth. The 15/19 result is a comparison against the same historical reviewer set whose original baseline was 4/19; it is not a new independent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app/memory.py; reports/classifier-design-addendum-v1.md; docs/verified-incident-memory.md. Reviewer and class-specific checklist policy is approved as design but not empirically validated. No actual human confirmation was performed for this deck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reports/independent-holdout-v1.md; reports/classifier-improvement-report-v1.md; reports/public-data-evaluation.md; reports/business-impact-study.md; docs/verified-incident-memory.md. The 15/19 result reuses the original 19-case holdout and is not an independent evaluation. Public-data labels are project-assigned. No participant trial or new memory confirmation is claimed. Exasol was unavailable during the current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https://github.com/Anafa-thabassum/opsintel-ai. Existing video is an older 154.445-second recording and does not demonstrate verified memory. No new recording was made in this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ac389d563848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345f98f309453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f97a16fa9b411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9b2d3a7a384cb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68f1936c045a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9ab040cc6941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716dde99c74e59" /><Relationship Type="http://schemas.openxmlformats.org/officeDocument/2006/relationships/slideLayout" Target="/ppt/slideLayouts/slideLayout1.xml" Id="R5cd53295bb4b4e6b" /><Relationship Type="http://schemas.openxmlformats.org/officeDocument/2006/relationships/slideLayout" Target="/ppt/slideLayouts/slideLayout2.xml" Id="Rd8094de7d78645bc" /><Relationship Type="http://schemas.openxmlformats.org/officeDocument/2006/relationships/slideLayout" Target="/ppt/slideLayouts/slideLayout3.xml" Id="R2410972c92634c31" /><Relationship Type="http://schemas.openxmlformats.org/officeDocument/2006/relationships/slideLayout" Target="/ppt/slideLayouts/slideLayout4.xml" Id="R03bb13a37c1242c0" /><Relationship Type="http://schemas.openxmlformats.org/officeDocument/2006/relationships/slideLayout" Target="/ppt/slideLayouts/slideLayout5.xml" Id="R3fd6fece705345e8" /><Relationship Type="http://schemas.openxmlformats.org/officeDocument/2006/relationships/slideLayout" Target="/ppt/slideLayouts/slideLayout6.xml" Id="R6e29e0a4775e43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d53295bb4b4e6b"/>
    <p:sldLayoutId xmlns:r="http://schemas.openxmlformats.org/officeDocument/2006/relationships" id="2147483650" r:id="Rd8094de7d78645bc"/>
    <p:sldLayoutId xmlns:r="http://schemas.openxmlformats.org/officeDocument/2006/relationships" id="2147483651" r:id="R2410972c92634c31"/>
    <p:sldLayoutId xmlns:r="http://schemas.openxmlformats.org/officeDocument/2006/relationships" id="2147483652" r:id="R03bb13a37c1242c0"/>
    <p:sldLayoutId xmlns:r="http://schemas.openxmlformats.org/officeDocument/2006/relationships" id="2147483653" r:id="R3fd6fece705345e8"/>
    <p:sldLayoutId xmlns:r="http://schemas.openxmlformats.org/officeDocument/2006/relationships" id="2147483654" r:id="R6e29e0a4775e43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70c2f028494f81" /><Relationship Type="http://schemas.openxmlformats.org/officeDocument/2006/relationships/notesSlide" Target="/ppt/notesSlides/notesSlide1.xml" Id="Rd3a6b65faf0747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ac532f65bc4fd3" /><Relationship Type="http://schemas.openxmlformats.org/officeDocument/2006/relationships/notesSlide" Target="/ppt/notesSlides/notesSlide2.xml" Id="R1e03b5a3a79c47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e3904b562d4b1d" /><Relationship Type="http://schemas.openxmlformats.org/officeDocument/2006/relationships/notesSlide" Target="/ppt/notesSlides/notesSlide3.xml" Id="Rc0f6bfc47b7842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56d0c32c6e4810" /><Relationship Type="http://schemas.openxmlformats.org/officeDocument/2006/relationships/image" Target="/ppt/media/image.jpeg" Id="R375442447c9e4f43" /><Relationship Type="http://schemas.openxmlformats.org/officeDocument/2006/relationships/notesSlide" Target="/ppt/notesSlides/notesSlide4.xml" Id="R77549255411f41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03243d075e4de7" /><Relationship Type="http://schemas.openxmlformats.org/officeDocument/2006/relationships/image" Target="/ppt/media/image2.jpeg" Id="R87edbc5f152c47da" /><Relationship Type="http://schemas.openxmlformats.org/officeDocument/2006/relationships/notesSlide" Target="/ppt/notesSlides/notesSlide5.xml" Id="Rbcf7dfeb56254b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ad5483342c4bb6" /><Relationship Type="http://schemas.openxmlformats.org/officeDocument/2006/relationships/notesSlide" Target="/ppt/notesSlides/notesSlide6.xml" Id="Reb5f93797d3748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0226d5ec8141dd" /><Relationship Type="http://schemas.openxmlformats.org/officeDocument/2006/relationships/notesSlide" Target="/ppt/notesSlides/notesSlide7.xml" Id="R2bb43037a97f4f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7d2ec739de4112" /><Relationship Type="http://schemas.openxmlformats.org/officeDocument/2006/relationships/image" Target="/ppt/media/image.png" Id="R508cb8d7839d4613" /><Relationship Type="http://schemas.openxmlformats.org/officeDocument/2006/relationships/notesSlide" Target="/ppt/notesSlides/notesSlide8.xml" Id="Rce5598b497084d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346ca824344427" /><Relationship Type="http://schemas.openxmlformats.org/officeDocument/2006/relationships/image" Target="/ppt/media/image3.jpeg" Id="Rdaed5a8d7be042d1" /><Relationship Type="http://schemas.openxmlformats.org/officeDocument/2006/relationships/notesSlide" Target="/ppt/notesSlides/notesSlide9.xml" Id="Ra1cdc49bc5e244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178cdb7aca4f8d" /><Relationship Type="http://schemas.openxmlformats.org/officeDocument/2006/relationships/notesSlide" Target="/ppt/notesSlides/notesSlide10.xml" Id="Rec655ca7b6aa4d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d3419c4c894479" /><Relationship Type="http://schemas.openxmlformats.org/officeDocument/2006/relationships/notesSlide" Target="/ppt/notesSlides/notesSlide11.xml" Id="R3db1d8f3d0574e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Evidence-first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Investigate incidents with traceable evidence and reviewer-governed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+ public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On-call engineers piece together pipeline incidents from scattered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Run status, counts, and logs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 failed run reports 80 of 100 expected rows. The engineer must connect run history, counts, and logs before choosing the next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Cause stays unconfirmed until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504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54% of survey respondents reported a significant outage costing more than $100k (Uptime Institute, 2024). OpsIntel time saving remains unmeasured.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evidence becomes a reviewable investigation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Investigator submits;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reviewer decides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deterministic classifier proposes symptoms and candidates. An optional LLM only summarizes retrieved evidence. A separate authorized reviewer checks criteria and evidence before Exasol stores a confirmation. No repair runs automatically.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DASHBOARD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dashboard view · synthetic demo telemetry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923CD-9760-4539-97DD-027C190873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5442447c9e4f43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D714D4-D3BF-45AF-A540-244C767806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dbc5f152c47da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failure vs last success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Failed: 80 / 100 rows (80%)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Last success: 100 / 100 (100%)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Change: -20 rows / -20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FAILED VS LAST SUCCESS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LIVE QUERY USED BY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VERIFIED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runs, 11 incidents,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Recorded Exasol Personal output for the synthetic demo schema; it is not a live service check from this run.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TEMPORAL DEPENDENCY CORRELATION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CONNECT BY surfaces time-correlated downstream failures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retains downstream failures within a 120-minute window. Temporal correlation only. Causation not confirmed.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Recorded result: customer_sync is associated with 3 later failed runs in a 120-minute window. Bulk import loads benchmark history; matching is not an Exasol UDF.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LOCAL SINGLE-USER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10M rows, DuckDB was 4.5× faster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QUERY CACHE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197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95300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REPETITIONS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21970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 labels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synthetic: 27/27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Recorded local benchmark only. Same query, 7 runs per engine, cache off. At 10M rows DuckDB was 4.5× faster in this run.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A1D373-DB96-4CBC-991B-72F586EEA8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8cb8d7839d4613"/>
          <a:stretch xmlns:a="http://schemas.openxmlformats.org/drawingml/2006/main"/>
        </p:blipFill>
        <p:spPr>
          <a:xfrm xmlns:a="http://schemas.openxmlformats.org/drawingml/2006/main">
            <a:off x="685800" y="2143125"/>
            <a:ext cx="6667500" cy="28575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25AB0-C7A7-4454-9CBE-DCC5215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F7B95"/>
                </a:solidFill>
                <a:latin typeface="Arial"/>
                <a:ea typeface="Arial"/>
                <a:cs typeface="Arial"/>
              </a:rPr>
              <a:t>Source figure (non-editable). 10M medians: Exasol 4902.269 ms; DuckDB 1080.358 ms.</a:t>
            </a:r>
          </a:p>
        </p:txBody>
      </p:sp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Verified memory requires a separate reviewer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72BA96-9EAE-4061-82DA-87F38A92BA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d5a8d7be042d1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Authorized reviewer + evidence checklist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Investigator submits cited evidence. A separate reviewer checks class criteria and conflicts. Approved causes are audited in Exasol; retrieved matches stay candidates.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Measured evidence and remaining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RECORDED IN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Exasol queries, schema, and migration documented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Local 1M/10M benchmark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197 automated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App routes inspected locally; Exasol unavailable today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NOT INDEPENDENT 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Historical reviewer set: 4/19 baseline; 15/19 comparison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Same 19 cases; not a new independent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Public corpus: 7/10 project labels; 0 outside adjudicators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Human impact study: 0 participants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NEXT VALIDATION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Rehearse reviewer confirmation on authorized Exasol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Obtain fresh independent labels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Measure engineer investigation outcomes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Record a new walkthrough without simulated actions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Exasol was unavailable for this run. No new memory confirmation, independent labels, user study, or new video is claimed.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with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causes reviewable.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only after review.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Demo status: current video is historical and does not show verified memory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2026-10-31T03:32:12.7960000Z</dcterms:created>
  <dcterms:modified xsi:type="dcterms:W3CDTF">2026-10-31T03:32:12.7960000Z</dcterms:modified>
</coreProperties>
</file>