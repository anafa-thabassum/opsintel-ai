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3058d07b2409f" /><Relationship Type="http://schemas.openxmlformats.org/officeDocument/2006/relationships/extended-properties" Target="/docProps/app.xml" Id="R3ca05d7010a742d4" /><Relationship Type="http://schemas.openxmlformats.org/officeDocument/2006/relationships/officeDocument" Target="/ppt/presentation.xml" Id="Rf99993cf5eb542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2de3906ade470a"/>
  </p:sldMasterIdLst>
  <p:notesMasterIdLst>
    <p:notesMasterId xmlns:r="http://schemas.openxmlformats.org/officeDocument/2006/relationships" r:id="Rde4e5f9383434e77"/>
  </p:notesMasterIdLst>
  <p:sldIdLst>
    <p:sldId xmlns:r="http://schemas.openxmlformats.org/officeDocument/2006/relationships" id="256" r:id="Rde0a3016be6349d0"/>
    <p:sldId xmlns:r="http://schemas.openxmlformats.org/officeDocument/2006/relationships" id="257" r:id="R2309ac01c21741c6"/>
    <p:sldId xmlns:r="http://schemas.openxmlformats.org/officeDocument/2006/relationships" id="258" r:id="Rb10d005218e64a31"/>
    <p:sldId xmlns:r="http://schemas.openxmlformats.org/officeDocument/2006/relationships" id="259" r:id="R7271c883a4c94a61"/>
    <p:sldId xmlns:r="http://schemas.openxmlformats.org/officeDocument/2006/relationships" id="260" r:id="Re2fc5a27d3694c13"/>
    <p:sldId xmlns:r="http://schemas.openxmlformats.org/officeDocument/2006/relationships" id="261" r:id="Ra2d490a5600b41a0"/>
    <p:sldId xmlns:r="http://schemas.openxmlformats.org/officeDocument/2006/relationships" id="262" r:id="Rdb990d248ae941b5"/>
    <p:sldId xmlns:r="http://schemas.openxmlformats.org/officeDocument/2006/relationships" id="263" r:id="Rf8e03627933c4a69"/>
    <p:sldId xmlns:r="http://schemas.openxmlformats.org/officeDocument/2006/relationships" id="264" r:id="Racfde94277124541"/>
    <p:sldId xmlns:r="http://schemas.openxmlformats.org/officeDocument/2006/relationships" id="265" r:id="R352c6cc344e14394"/>
    <p:sldId xmlns:r="http://schemas.openxmlformats.org/officeDocument/2006/relationships" id="266" r:id="R6f4fe06942df48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66d86f017244ad" /><Relationship Type="http://schemas.openxmlformats.org/officeDocument/2006/relationships/slideMaster" Target="/ppt/slideMasters/slideMaster1.xml" Id="R9b2de3906ade470a" /><Relationship Type="http://schemas.openxmlformats.org/officeDocument/2006/relationships/notesMaster" Target="/ppt/notesMasters/notesMaster1.xml" Id="Rde4e5f9383434e77" /><Relationship Type="http://schemas.openxmlformats.org/officeDocument/2006/relationships/presProps" Target="/ppt/presProps.xml" Id="R7532ed66c75e4f5f" /><Relationship Type="http://schemas.openxmlformats.org/officeDocument/2006/relationships/tableStyles" Target="/ppt/tableStyles.xml" Id="R2d933a4393ef4f11" /><Relationship Type="http://schemas.openxmlformats.org/officeDocument/2006/relationships/slide" Target="/ppt/slides/slide1.xml" Id="Rde0a3016be6349d0" /><Relationship Type="http://schemas.openxmlformats.org/officeDocument/2006/relationships/slide" Target="/ppt/slides/slide2.xml" Id="R2309ac01c21741c6" /><Relationship Type="http://schemas.openxmlformats.org/officeDocument/2006/relationships/slide" Target="/ppt/slides/slide3.xml" Id="Rb10d005218e64a31" /><Relationship Type="http://schemas.openxmlformats.org/officeDocument/2006/relationships/slide" Target="/ppt/slides/slide4.xml" Id="R7271c883a4c94a61" /><Relationship Type="http://schemas.openxmlformats.org/officeDocument/2006/relationships/slide" Target="/ppt/slides/slide5.xml" Id="Re2fc5a27d3694c13" /><Relationship Type="http://schemas.openxmlformats.org/officeDocument/2006/relationships/slide" Target="/ppt/slides/slide6.xml" Id="Ra2d490a5600b41a0" /><Relationship Type="http://schemas.openxmlformats.org/officeDocument/2006/relationships/slide" Target="/ppt/slides/slide7.xml" Id="Rdb990d248ae941b5" /><Relationship Type="http://schemas.openxmlformats.org/officeDocument/2006/relationships/slide" Target="/ppt/slides/slide8.xml" Id="Rf8e03627933c4a69" /><Relationship Type="http://schemas.openxmlformats.org/officeDocument/2006/relationships/slide" Target="/ppt/slides/slide9.xml" Id="Racfde94277124541" /><Relationship Type="http://schemas.openxmlformats.org/officeDocument/2006/relationships/slide" Target="/ppt/slides/slide10.xml" Id="R352c6cc344e14394" /><Relationship Type="http://schemas.openxmlformats.org/officeDocument/2006/relationships/slide" Target="/ppt/slides/slide11.xml" Id="R6f4fe06942df48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06f3b6714647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6b5bd2ecbf4973" /><Relationship Type="http://schemas.openxmlformats.org/officeDocument/2006/relationships/notesMaster" Target="/ppt/notesMasters/notesMaster1.xml" Id="R1b3c7976735c46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232243e27e4e3f" /><Relationship Type="http://schemas.openxmlformats.org/officeDocument/2006/relationships/notesMaster" Target="/ppt/notesMasters/notesMaster1.xml" Id="R86a9267342244a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5548836c954b22" /><Relationship Type="http://schemas.openxmlformats.org/officeDocument/2006/relationships/notesMaster" Target="/ppt/notesMasters/notesMaster1.xml" Id="R28c6ed50cd8e4b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1a8017787e4515" /><Relationship Type="http://schemas.openxmlformats.org/officeDocument/2006/relationships/notesMaster" Target="/ppt/notesMasters/notesMaster1.xml" Id="R31c68727dfe840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02d164a60f4f01" /><Relationship Type="http://schemas.openxmlformats.org/officeDocument/2006/relationships/notesMaster" Target="/ppt/notesMasters/notesMaster1.xml" Id="R35ce35ba7b2443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423ec89aa1414e" /><Relationship Type="http://schemas.openxmlformats.org/officeDocument/2006/relationships/notesMaster" Target="/ppt/notesMasters/notesMaster1.xml" Id="Rf654be7571b443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b63d8654b84c3e" /><Relationship Type="http://schemas.openxmlformats.org/officeDocument/2006/relationships/notesMaster" Target="/ppt/notesMasters/notesMaster1.xml" Id="Rce6b0061712344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74cc05c37b4c43" /><Relationship Type="http://schemas.openxmlformats.org/officeDocument/2006/relationships/notesMaster" Target="/ppt/notesMasters/notesMaster1.xml" Id="R8320b323ee2541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745e302a324482" /><Relationship Type="http://schemas.openxmlformats.org/officeDocument/2006/relationships/notesMaster" Target="/ppt/notesMasters/notesMaster1.xml" Id="R891b54f500a749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de7ab90d904caa" /><Relationship Type="http://schemas.openxmlformats.org/officeDocument/2006/relationships/notesMaster" Target="/ppt/notesMasters/notesMaster1.xml" Id="R95f1aa82f3f443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c6488ada9d4343" /><Relationship Type="http://schemas.openxmlformats.org/officeDocument/2006/relationships/notesMaster" Target="/ppt/notesMasters/notesMaster1.xml" Id="Rcbd1ce3510984c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da33044ac404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313e856c64f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214513d7d47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6b86ab5cf42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b18051b0c40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d7f63bb694e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0303da6a79481b" /><Relationship Type="http://schemas.openxmlformats.org/officeDocument/2006/relationships/slideLayout" Target="/ppt/slideLayouts/slideLayout1.xml" Id="Ra563c76bd4d744d9" /><Relationship Type="http://schemas.openxmlformats.org/officeDocument/2006/relationships/slideLayout" Target="/ppt/slideLayouts/slideLayout2.xml" Id="R726794ae2be94898" /><Relationship Type="http://schemas.openxmlformats.org/officeDocument/2006/relationships/slideLayout" Target="/ppt/slideLayouts/slideLayout3.xml" Id="R0bddbb3596894e5c" /><Relationship Type="http://schemas.openxmlformats.org/officeDocument/2006/relationships/slideLayout" Target="/ppt/slideLayouts/slideLayout4.xml" Id="Rc6a17f7cb763409a" /><Relationship Type="http://schemas.openxmlformats.org/officeDocument/2006/relationships/slideLayout" Target="/ppt/slideLayouts/slideLayout5.xml" Id="R80a96dbbe03d4fa7" /><Relationship Type="http://schemas.openxmlformats.org/officeDocument/2006/relationships/slideLayout" Target="/ppt/slideLayouts/slideLayout6.xml" Id="R90e73b5dce864c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63c76bd4d744d9"/>
    <p:sldLayoutId xmlns:r="http://schemas.openxmlformats.org/officeDocument/2006/relationships" id="2147483650" r:id="R726794ae2be94898"/>
    <p:sldLayoutId xmlns:r="http://schemas.openxmlformats.org/officeDocument/2006/relationships" id="2147483651" r:id="R0bddbb3596894e5c"/>
    <p:sldLayoutId xmlns:r="http://schemas.openxmlformats.org/officeDocument/2006/relationships" id="2147483652" r:id="Rc6a17f7cb763409a"/>
    <p:sldLayoutId xmlns:r="http://schemas.openxmlformats.org/officeDocument/2006/relationships" id="2147483653" r:id="R80a96dbbe03d4fa7"/>
    <p:sldLayoutId xmlns:r="http://schemas.openxmlformats.org/officeDocument/2006/relationships" id="2147483654" r:id="R90e73b5dce864c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1f8c5d1ecc494f" /><Relationship Type="http://schemas.openxmlformats.org/officeDocument/2006/relationships/notesSlide" Target="/ppt/notesSlides/notesSlide1.xml" Id="R25a40bf45a0847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019c9696724beb" /><Relationship Type="http://schemas.openxmlformats.org/officeDocument/2006/relationships/notesSlide" Target="/ppt/notesSlides/notesSlide2.xml" Id="Rfe15759e094f4a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f6eb69e93d46fa" /><Relationship Type="http://schemas.openxmlformats.org/officeDocument/2006/relationships/notesSlide" Target="/ppt/notesSlides/notesSlide3.xml" Id="Rc916d66ab8854d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42f7df9efc4956" /><Relationship Type="http://schemas.openxmlformats.org/officeDocument/2006/relationships/image" Target="/ppt/media/image.jpeg" Id="R12986440c95240be" /><Relationship Type="http://schemas.openxmlformats.org/officeDocument/2006/relationships/notesSlide" Target="/ppt/notesSlides/notesSlide4.xml" Id="R5d017ce2ab7548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7bb7e544df4850" /><Relationship Type="http://schemas.openxmlformats.org/officeDocument/2006/relationships/image" Target="/ppt/media/image2.jpeg" Id="R316704a8d8934764" /><Relationship Type="http://schemas.openxmlformats.org/officeDocument/2006/relationships/notesSlide" Target="/ppt/notesSlides/notesSlide5.xml" Id="Rb23bf096fb2741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a46159650f4015" /><Relationship Type="http://schemas.openxmlformats.org/officeDocument/2006/relationships/notesSlide" Target="/ppt/notesSlides/notesSlide6.xml" Id="R8fe565a012d743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37e08de77c491c" /><Relationship Type="http://schemas.openxmlformats.org/officeDocument/2006/relationships/notesSlide" Target="/ppt/notesSlides/notesSlide7.xml" Id="R276b90f1130b43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1a0d09133943fb" /><Relationship Type="http://schemas.openxmlformats.org/officeDocument/2006/relationships/image" Target="/ppt/media/image.png" Id="R12e66e74fe044cb9" /><Relationship Type="http://schemas.openxmlformats.org/officeDocument/2006/relationships/notesSlide" Target="/ppt/notesSlides/notesSlide8.xml" Id="Rad28e0628abe46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c515196af94a7f" /><Relationship Type="http://schemas.openxmlformats.org/officeDocument/2006/relationships/image" Target="/ppt/media/image3.jpeg" Id="R6566f367b6d24070" /><Relationship Type="http://schemas.openxmlformats.org/officeDocument/2006/relationships/notesSlide" Target="/ppt/notesSlides/notesSlide9.xml" Id="Rb88cdff940d34e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6c5795b1b8467d" /><Relationship Type="http://schemas.openxmlformats.org/officeDocument/2006/relationships/notesSlide" Target="/ppt/notesSlides/notesSlide10.xml" Id="Raae02aa4150a4c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d3531d5c224eaf" /><Relationship Type="http://schemas.openxmlformats.org/officeDocument/2006/relationships/notesSlide" Target="/ppt/notesSlides/notesSlide11.xml" Id="R9f22e6785f8543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619D9-BB32-4885-9DA7-BF5F204E99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86440c95240be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89626-03A9-49AE-80BE-E7F2080B3D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704a8d8934764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68F06-D547-4C3B-B3F7-1A1F17E349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66e74fe044cb9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08C20-9A7C-4608-8DEF-DD6D8B8B88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6f367b6d24070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class criteria and conflicts. Approved causes are audited in Exasol; retrieved matches stay candidates.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RECORDED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Exasol queries, schema, and migration documented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Local 1M/10M benchmark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200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 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App routes inspected locally; Exasol unavailable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NOT INDEPENDENT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Historical reviewer set: 4/19 baseline; 15/19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Same 19 cases; not a new independent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Public corpus: 7/10 project labels; 0 outside adjudicators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Human 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Rehearse reviewer confirmation on authorized Exasol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Obtain fresh independent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Measure engineer investigation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Record a new walkthrough without simulated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Exasol was unavailable for this run. No new memory confirmation, independent labels, user study, or new video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with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causes reviewable.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only after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Demo status: current video is historical and does not show verified memory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2026-10-31T04:32:53.3840000Z</dcterms:created>
  <dcterms:modified xsi:type="dcterms:W3CDTF">2026-10-31T04:32:53.3840000Z</dcterms:modified>
</coreProperties>
</file>